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0287000" cy="10287000"/>
  <p:notesSz cx="6858000" cy="9144000"/>
  <p:embeddedFontLst>
    <p:embeddedFont>
      <p:font typeface="Helvetica" charset="1" panose="020B0504020202020204"/>
      <p:regular r:id="rId8"/>
    </p:embeddedFont>
    <p:embeddedFont>
      <p:font typeface="Cooper Hewitt Bold" charset="1" panose="00000000000000000000"/>
      <p:regular r:id="rId9"/>
    </p:embeddedFont>
    <p:embeddedFont>
      <p:font typeface="League Spartan" charset="1" panose="00000800000000000000"/>
      <p:regular r:id="rId10"/>
    </p:embeddedFont>
    <p:embeddedFont>
      <p:font typeface="Open Sans" charset="1" panose="020B06060305040202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10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42742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0377" y="6073262"/>
            <a:ext cx="11490172" cy="4213738"/>
            <a:chOff x="0" y="0"/>
            <a:chExt cx="3026218" cy="11097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26218" cy="1109791"/>
            </a:xfrm>
            <a:custGeom>
              <a:avLst/>
              <a:gdLst/>
              <a:ahLst/>
              <a:cxnLst/>
              <a:rect r="r" b="b" t="t" l="l"/>
              <a:pathLst>
                <a:path h="1109791" w="3026218">
                  <a:moveTo>
                    <a:pt x="0" y="0"/>
                  </a:moveTo>
                  <a:lnTo>
                    <a:pt x="3026218" y="0"/>
                  </a:lnTo>
                  <a:lnTo>
                    <a:pt x="3026218" y="1109791"/>
                  </a:lnTo>
                  <a:lnTo>
                    <a:pt x="0" y="11097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3026218" cy="1195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0">
            <a:off x="-672644" y="6073262"/>
            <a:ext cx="5540574" cy="4513050"/>
          </a:xfrm>
          <a:custGeom>
            <a:avLst/>
            <a:gdLst/>
            <a:ahLst/>
            <a:cxnLst/>
            <a:rect r="r" b="b" t="t" l="l"/>
            <a:pathLst>
              <a:path h="4513050" w="5540574">
                <a:moveTo>
                  <a:pt x="0" y="4513049"/>
                </a:moveTo>
                <a:lnTo>
                  <a:pt x="5540574" y="4513049"/>
                </a:lnTo>
                <a:lnTo>
                  <a:pt x="5540574" y="0"/>
                </a:lnTo>
                <a:lnTo>
                  <a:pt x="0" y="0"/>
                </a:lnTo>
                <a:lnTo>
                  <a:pt x="0" y="45130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4626789" y="-379205"/>
            <a:ext cx="5900999" cy="4806632"/>
          </a:xfrm>
          <a:custGeom>
            <a:avLst/>
            <a:gdLst/>
            <a:ahLst/>
            <a:cxnLst/>
            <a:rect r="r" b="b" t="t" l="l"/>
            <a:pathLst>
              <a:path h="4806632" w="5900999">
                <a:moveTo>
                  <a:pt x="5900999" y="4806632"/>
                </a:moveTo>
                <a:lnTo>
                  <a:pt x="0" y="4806632"/>
                </a:lnTo>
                <a:lnTo>
                  <a:pt x="0" y="0"/>
                </a:lnTo>
                <a:lnTo>
                  <a:pt x="5900999" y="0"/>
                </a:lnTo>
                <a:lnTo>
                  <a:pt x="5900999" y="48066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595128" y="6174424"/>
            <a:ext cx="5314668" cy="579665"/>
            <a:chOff x="0" y="0"/>
            <a:chExt cx="1424305" cy="1553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24305" cy="155347"/>
            </a:xfrm>
            <a:custGeom>
              <a:avLst/>
              <a:gdLst/>
              <a:ahLst/>
              <a:cxnLst/>
              <a:rect r="r" b="b" t="t" l="l"/>
              <a:pathLst>
                <a:path h="155347" w="1424305">
                  <a:moveTo>
                    <a:pt x="74292" y="0"/>
                  </a:moveTo>
                  <a:lnTo>
                    <a:pt x="1350013" y="0"/>
                  </a:lnTo>
                  <a:cubicBezTo>
                    <a:pt x="1369716" y="0"/>
                    <a:pt x="1388613" y="7827"/>
                    <a:pt x="1402545" y="21760"/>
                  </a:cubicBezTo>
                  <a:cubicBezTo>
                    <a:pt x="1416477" y="35692"/>
                    <a:pt x="1424305" y="54589"/>
                    <a:pt x="1424305" y="74292"/>
                  </a:cubicBezTo>
                  <a:lnTo>
                    <a:pt x="1424305" y="81055"/>
                  </a:lnTo>
                  <a:cubicBezTo>
                    <a:pt x="1424305" y="122086"/>
                    <a:pt x="1391043" y="155347"/>
                    <a:pt x="1350013" y="155347"/>
                  </a:cubicBezTo>
                  <a:lnTo>
                    <a:pt x="74292" y="155347"/>
                  </a:lnTo>
                  <a:cubicBezTo>
                    <a:pt x="54589" y="155347"/>
                    <a:pt x="35692" y="147520"/>
                    <a:pt x="21760" y="133588"/>
                  </a:cubicBezTo>
                  <a:cubicBezTo>
                    <a:pt x="7827" y="119655"/>
                    <a:pt x="0" y="100759"/>
                    <a:pt x="0" y="81055"/>
                  </a:cubicBezTo>
                  <a:lnTo>
                    <a:pt x="0" y="74292"/>
                  </a:lnTo>
                  <a:cubicBezTo>
                    <a:pt x="0" y="54589"/>
                    <a:pt x="7827" y="35692"/>
                    <a:pt x="21760" y="21760"/>
                  </a:cubicBezTo>
                  <a:cubicBezTo>
                    <a:pt x="35692" y="7827"/>
                    <a:pt x="54589" y="0"/>
                    <a:pt x="7429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424305" cy="202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19066" y="8138474"/>
            <a:ext cx="4019498" cy="579665"/>
            <a:chOff x="0" y="0"/>
            <a:chExt cx="1077206" cy="1553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7206" cy="155347"/>
            </a:xfrm>
            <a:custGeom>
              <a:avLst/>
              <a:gdLst/>
              <a:ahLst/>
              <a:cxnLst/>
              <a:rect r="r" b="b" t="t" l="l"/>
              <a:pathLst>
                <a:path h="155347" w="1077206">
                  <a:moveTo>
                    <a:pt x="77674" y="0"/>
                  </a:moveTo>
                  <a:lnTo>
                    <a:pt x="999532" y="0"/>
                  </a:lnTo>
                  <a:cubicBezTo>
                    <a:pt x="1020132" y="0"/>
                    <a:pt x="1039889" y="8183"/>
                    <a:pt x="1054456" y="22750"/>
                  </a:cubicBezTo>
                  <a:cubicBezTo>
                    <a:pt x="1069022" y="37317"/>
                    <a:pt x="1077206" y="57073"/>
                    <a:pt x="1077206" y="77674"/>
                  </a:cubicBezTo>
                  <a:lnTo>
                    <a:pt x="1077206" y="77674"/>
                  </a:lnTo>
                  <a:cubicBezTo>
                    <a:pt x="1077206" y="120572"/>
                    <a:pt x="1042430" y="155347"/>
                    <a:pt x="999532" y="155347"/>
                  </a:cubicBezTo>
                  <a:lnTo>
                    <a:pt x="77674" y="155347"/>
                  </a:lnTo>
                  <a:cubicBezTo>
                    <a:pt x="34776" y="155347"/>
                    <a:pt x="0" y="120572"/>
                    <a:pt x="0" y="77674"/>
                  </a:cubicBezTo>
                  <a:lnTo>
                    <a:pt x="0" y="77674"/>
                  </a:lnTo>
                  <a:cubicBezTo>
                    <a:pt x="0" y="34776"/>
                    <a:pt x="34776" y="0"/>
                    <a:pt x="7767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77206" cy="202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580377" y="7799991"/>
            <a:ext cx="7070609" cy="2378638"/>
            <a:chOff x="0" y="0"/>
            <a:chExt cx="1894888" cy="6374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94888" cy="637463"/>
            </a:xfrm>
            <a:custGeom>
              <a:avLst/>
              <a:gdLst/>
              <a:ahLst/>
              <a:cxnLst/>
              <a:rect r="r" b="b" t="t" l="l"/>
              <a:pathLst>
                <a:path h="637463" w="1894888">
                  <a:moveTo>
                    <a:pt x="55842" y="0"/>
                  </a:moveTo>
                  <a:lnTo>
                    <a:pt x="1839046" y="0"/>
                  </a:lnTo>
                  <a:cubicBezTo>
                    <a:pt x="1853856" y="0"/>
                    <a:pt x="1868060" y="5883"/>
                    <a:pt x="1878532" y="16356"/>
                  </a:cubicBezTo>
                  <a:cubicBezTo>
                    <a:pt x="1889005" y="26828"/>
                    <a:pt x="1894888" y="41032"/>
                    <a:pt x="1894888" y="55842"/>
                  </a:cubicBezTo>
                  <a:lnTo>
                    <a:pt x="1894888" y="581621"/>
                  </a:lnTo>
                  <a:cubicBezTo>
                    <a:pt x="1894888" y="612462"/>
                    <a:pt x="1869887" y="637463"/>
                    <a:pt x="1839046" y="637463"/>
                  </a:cubicBezTo>
                  <a:lnTo>
                    <a:pt x="55842" y="637463"/>
                  </a:lnTo>
                  <a:cubicBezTo>
                    <a:pt x="41032" y="637463"/>
                    <a:pt x="26828" y="631580"/>
                    <a:pt x="16356" y="621107"/>
                  </a:cubicBezTo>
                  <a:cubicBezTo>
                    <a:pt x="5883" y="610635"/>
                    <a:pt x="0" y="596431"/>
                    <a:pt x="0" y="581621"/>
                  </a:cubicBezTo>
                  <a:lnTo>
                    <a:pt x="0" y="55842"/>
                  </a:lnTo>
                  <a:cubicBezTo>
                    <a:pt x="0" y="25001"/>
                    <a:pt x="25001" y="0"/>
                    <a:pt x="55842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894888" cy="685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5164709" y="9041904"/>
            <a:ext cx="1075275" cy="1075275"/>
          </a:xfrm>
          <a:custGeom>
            <a:avLst/>
            <a:gdLst/>
            <a:ahLst/>
            <a:cxnLst/>
            <a:rect r="r" b="b" t="t" l="l"/>
            <a:pathLst>
              <a:path h="1075275" w="1075275">
                <a:moveTo>
                  <a:pt x="0" y="0"/>
                </a:moveTo>
                <a:lnTo>
                  <a:pt x="1075275" y="0"/>
                </a:lnTo>
                <a:lnTo>
                  <a:pt x="1075275" y="1075275"/>
                </a:lnTo>
                <a:lnTo>
                  <a:pt x="0" y="10752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742165" y="8770533"/>
            <a:ext cx="1376980" cy="1052888"/>
          </a:xfrm>
          <a:custGeom>
            <a:avLst/>
            <a:gdLst/>
            <a:ahLst/>
            <a:cxnLst/>
            <a:rect r="r" b="b" t="t" l="l"/>
            <a:pathLst>
              <a:path h="1052888" w="1376980">
                <a:moveTo>
                  <a:pt x="0" y="0"/>
                </a:moveTo>
                <a:lnTo>
                  <a:pt x="1376980" y="0"/>
                </a:lnTo>
                <a:lnTo>
                  <a:pt x="1376980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46662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00652" y="8770533"/>
            <a:ext cx="1376980" cy="1052888"/>
          </a:xfrm>
          <a:custGeom>
            <a:avLst/>
            <a:gdLst/>
            <a:ahLst/>
            <a:cxnLst/>
            <a:rect r="r" b="b" t="t" l="l"/>
            <a:pathLst>
              <a:path h="1052888" w="1376980">
                <a:moveTo>
                  <a:pt x="0" y="0"/>
                </a:moveTo>
                <a:lnTo>
                  <a:pt x="1376980" y="0"/>
                </a:lnTo>
                <a:lnTo>
                  <a:pt x="1376980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46662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888216" y="7654953"/>
            <a:ext cx="1376980" cy="1052888"/>
          </a:xfrm>
          <a:custGeom>
            <a:avLst/>
            <a:gdLst/>
            <a:ahLst/>
            <a:cxnLst/>
            <a:rect r="r" b="b" t="t" l="l"/>
            <a:pathLst>
              <a:path h="1052888" w="1376980">
                <a:moveTo>
                  <a:pt x="0" y="0"/>
                </a:moveTo>
                <a:lnTo>
                  <a:pt x="1376980" y="0"/>
                </a:lnTo>
                <a:lnTo>
                  <a:pt x="1376980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46662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019932" y="7646307"/>
            <a:ext cx="1376980" cy="1052888"/>
          </a:xfrm>
          <a:custGeom>
            <a:avLst/>
            <a:gdLst/>
            <a:ahLst/>
            <a:cxnLst/>
            <a:rect r="r" b="b" t="t" l="l"/>
            <a:pathLst>
              <a:path h="1052888" w="1376980">
                <a:moveTo>
                  <a:pt x="0" y="0"/>
                </a:moveTo>
                <a:lnTo>
                  <a:pt x="1376980" y="0"/>
                </a:lnTo>
                <a:lnTo>
                  <a:pt x="1376980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46662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201681" y="8660242"/>
            <a:ext cx="1013483" cy="30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"/>
              </a:lnSpc>
            </a:pPr>
            <a:r>
              <a:rPr lang="en-US" sz="806">
                <a:solidFill>
                  <a:srgbClr val="343024"/>
                </a:solidFill>
                <a:latin typeface="Helvetica"/>
                <a:ea typeface="Helvetica"/>
                <a:cs typeface="Helvetica"/>
                <a:sym typeface="Helvetica"/>
              </a:rPr>
              <a:t>Centro-Norte Brasil Chapter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3904708" y="8770533"/>
            <a:ext cx="1376980" cy="1052888"/>
          </a:xfrm>
          <a:custGeom>
            <a:avLst/>
            <a:gdLst/>
            <a:ahLst/>
            <a:cxnLst/>
            <a:rect r="r" b="b" t="t" l="l"/>
            <a:pathLst>
              <a:path h="1052888" w="1376980">
                <a:moveTo>
                  <a:pt x="0" y="0"/>
                </a:moveTo>
                <a:lnTo>
                  <a:pt x="1376979" y="0"/>
                </a:lnTo>
                <a:lnTo>
                  <a:pt x="1376979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46662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105506" y="7649459"/>
            <a:ext cx="1376980" cy="1052888"/>
          </a:xfrm>
          <a:custGeom>
            <a:avLst/>
            <a:gdLst/>
            <a:ahLst/>
            <a:cxnLst/>
            <a:rect r="r" b="b" t="t" l="l"/>
            <a:pathLst>
              <a:path h="1052888" w="1376980">
                <a:moveTo>
                  <a:pt x="0" y="0"/>
                </a:moveTo>
                <a:lnTo>
                  <a:pt x="1376980" y="0"/>
                </a:lnTo>
                <a:lnTo>
                  <a:pt x="1376980" y="1052887"/>
                </a:lnTo>
                <a:lnTo>
                  <a:pt x="0" y="10528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46662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4158856" y="206354"/>
            <a:ext cx="7563263" cy="672897"/>
            <a:chOff x="0" y="0"/>
            <a:chExt cx="2026917" cy="18033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26917" cy="180333"/>
            </a:xfrm>
            <a:custGeom>
              <a:avLst/>
              <a:gdLst/>
              <a:ahLst/>
              <a:cxnLst/>
              <a:rect r="r" b="b" t="t" l="l"/>
              <a:pathLst>
                <a:path h="180333" w="2026917">
                  <a:moveTo>
                    <a:pt x="52205" y="0"/>
                  </a:moveTo>
                  <a:lnTo>
                    <a:pt x="1974712" y="0"/>
                  </a:lnTo>
                  <a:cubicBezTo>
                    <a:pt x="2003544" y="0"/>
                    <a:pt x="2026917" y="23373"/>
                    <a:pt x="2026917" y="52205"/>
                  </a:cubicBezTo>
                  <a:lnTo>
                    <a:pt x="2026917" y="128128"/>
                  </a:lnTo>
                  <a:cubicBezTo>
                    <a:pt x="2026917" y="156960"/>
                    <a:pt x="2003544" y="180333"/>
                    <a:pt x="1974712" y="180333"/>
                  </a:cubicBezTo>
                  <a:lnTo>
                    <a:pt x="52205" y="180333"/>
                  </a:lnTo>
                  <a:cubicBezTo>
                    <a:pt x="38359" y="180333"/>
                    <a:pt x="25081" y="174833"/>
                    <a:pt x="15290" y="165043"/>
                  </a:cubicBezTo>
                  <a:cubicBezTo>
                    <a:pt x="5500" y="155252"/>
                    <a:pt x="0" y="141974"/>
                    <a:pt x="0" y="128128"/>
                  </a:cubicBezTo>
                  <a:lnTo>
                    <a:pt x="0" y="52205"/>
                  </a:lnTo>
                  <a:cubicBezTo>
                    <a:pt x="0" y="23373"/>
                    <a:pt x="23373" y="0"/>
                    <a:pt x="52205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026917" cy="227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0"/>
                </a:lnSpc>
              </a:pPr>
            </a:p>
          </p:txBody>
        </p:sp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945073" y="8635137"/>
            <a:ext cx="1702192" cy="1702192"/>
          </a:xfrm>
          <a:prstGeom prst="rect">
            <a:avLst/>
          </a:prstGeom>
        </p:spPr>
      </p:pic>
      <p:sp>
        <p:nvSpPr>
          <p:cNvPr name="Freeform 28" id="28"/>
          <p:cNvSpPr/>
          <p:nvPr/>
        </p:nvSpPr>
        <p:spPr>
          <a:xfrm flipH="false" flipV="false" rot="0">
            <a:off x="323362" y="8032131"/>
            <a:ext cx="1403939" cy="1405913"/>
          </a:xfrm>
          <a:custGeom>
            <a:avLst/>
            <a:gdLst/>
            <a:ahLst/>
            <a:cxnLst/>
            <a:rect r="r" b="b" t="t" l="l"/>
            <a:pathLst>
              <a:path h="1405913" w="1403939">
                <a:moveTo>
                  <a:pt x="0" y="0"/>
                </a:moveTo>
                <a:lnTo>
                  <a:pt x="1403938" y="0"/>
                </a:lnTo>
                <a:lnTo>
                  <a:pt x="1403938" y="1405914"/>
                </a:lnTo>
                <a:lnTo>
                  <a:pt x="0" y="14059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25927" y="9296977"/>
            <a:ext cx="950901" cy="709246"/>
          </a:xfrm>
          <a:custGeom>
            <a:avLst/>
            <a:gdLst/>
            <a:ahLst/>
            <a:cxnLst/>
            <a:rect r="r" b="b" t="t" l="l"/>
            <a:pathLst>
              <a:path h="709246" w="950901">
                <a:moveTo>
                  <a:pt x="0" y="0"/>
                </a:moveTo>
                <a:lnTo>
                  <a:pt x="950900" y="0"/>
                </a:lnTo>
                <a:lnTo>
                  <a:pt x="950900" y="709246"/>
                </a:lnTo>
                <a:lnTo>
                  <a:pt x="0" y="7092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2069965" y="8697317"/>
            <a:ext cx="1013483" cy="30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"/>
              </a:lnSpc>
            </a:pPr>
            <a:r>
              <a:rPr lang="en-US" sz="806">
                <a:solidFill>
                  <a:srgbClr val="343024"/>
                </a:solidFill>
                <a:latin typeface="Helvetica"/>
                <a:ea typeface="Helvetica"/>
                <a:cs typeface="Helvetica"/>
                <a:sym typeface="Helvetica"/>
              </a:rPr>
              <a:t>Minas Gerais  Chapter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7537" y="951513"/>
            <a:ext cx="7275881" cy="425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b="true" sz="2195" spc="263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WEBINAR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923914" y="9812897"/>
            <a:ext cx="1013483" cy="30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"/>
              </a:lnSpc>
            </a:pPr>
            <a:r>
              <a:rPr lang="en-US" sz="806">
                <a:solidFill>
                  <a:srgbClr val="343024"/>
                </a:solidFill>
                <a:latin typeface="Helvetica"/>
                <a:ea typeface="Helvetica"/>
                <a:cs typeface="Helvetica"/>
                <a:sym typeface="Helvetica"/>
              </a:rPr>
              <a:t>Northeast Brazil Chapter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82401" y="9812897"/>
            <a:ext cx="1013483" cy="30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"/>
              </a:lnSpc>
            </a:pPr>
            <a:r>
              <a:rPr lang="en-US" sz="806">
                <a:solidFill>
                  <a:srgbClr val="343024"/>
                </a:solidFill>
                <a:latin typeface="Helvetica"/>
                <a:ea typeface="Helvetica"/>
                <a:cs typeface="Helvetica"/>
                <a:sym typeface="Helvetica"/>
              </a:rPr>
              <a:t>Rio de Janeiro Chapter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086456" y="9812897"/>
            <a:ext cx="1013483" cy="30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"/>
              </a:lnSpc>
            </a:pPr>
            <a:r>
              <a:rPr lang="en-US" sz="806">
                <a:solidFill>
                  <a:srgbClr val="343024"/>
                </a:solidFill>
                <a:latin typeface="Helvetica"/>
                <a:ea typeface="Helvetica"/>
                <a:cs typeface="Helvetica"/>
                <a:sym typeface="Helvetica"/>
              </a:rPr>
              <a:t>South Brazil</a:t>
            </a:r>
          </a:p>
          <a:p>
            <a:pPr algn="ctr">
              <a:lnSpc>
                <a:spcPts val="1128"/>
              </a:lnSpc>
            </a:pPr>
            <a:r>
              <a:rPr lang="en-US" sz="806">
                <a:solidFill>
                  <a:srgbClr val="343024"/>
                </a:solidFill>
                <a:latin typeface="Helvetica"/>
                <a:ea typeface="Helvetica"/>
                <a:cs typeface="Helvetica"/>
                <a:sym typeface="Helvetica"/>
              </a:rPr>
              <a:t>  Chapter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287255" y="8663394"/>
            <a:ext cx="1013483" cy="304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"/>
              </a:lnSpc>
            </a:pPr>
            <a:r>
              <a:rPr lang="en-US" sz="806">
                <a:solidFill>
                  <a:srgbClr val="343024"/>
                </a:solidFill>
                <a:latin typeface="Helvetica"/>
                <a:ea typeface="Helvetica"/>
                <a:cs typeface="Helvetica"/>
                <a:sym typeface="Helvetica"/>
              </a:rPr>
              <a:t>Centro-Norte Brasil Joint Chapter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8700" y="1605371"/>
            <a:ext cx="9011811" cy="125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7"/>
              </a:lnSpc>
            </a:pPr>
            <a:r>
              <a:rPr lang="en-US" sz="289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TRANSIÇÃO ENERGÉTICA NO SETOR DE TRANSPORTES: DESAFIOS, OPORTUNIDADES E INOVAÇÕES PARA A DESCARBONIZAÇÃO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396912" y="6849340"/>
            <a:ext cx="5663885" cy="125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3"/>
              </a:lnSpc>
            </a:pPr>
            <a:r>
              <a:rPr lang="en-US" sz="2373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 DE AGOSTO</a:t>
            </a:r>
            <a:r>
              <a:rPr lang="en-US" sz="2373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DE 2026</a:t>
            </a:r>
          </a:p>
          <a:p>
            <a:pPr algn="r">
              <a:lnSpc>
                <a:spcPts val="3323"/>
              </a:lnSpc>
            </a:pPr>
            <a:r>
              <a:rPr lang="en-US" sz="2373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HORÁRIO: 14 ÀS 17H  (GMT-3)</a:t>
            </a:r>
          </a:p>
          <a:p>
            <a:pPr algn="r">
              <a:lnSpc>
                <a:spcPts val="3323"/>
              </a:lnSpc>
            </a:pPr>
            <a:r>
              <a:rPr lang="en-US" sz="2373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GRATUITO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57413" y="3371670"/>
            <a:ext cx="4707296" cy="386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47"/>
              </a:lnSpc>
            </a:pPr>
            <a:r>
              <a:rPr lang="en-US" sz="1898" spc="2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 futuro do transporte dependerá da integração entre inovação tecnológica, fontes renováveis de energia, digitalização e políticas públicas eficientes. Este webinar vai reunir especialistas e diferentes atores do ecossistema de inovação para discutir caminhos viáveis para uma mobilidade mais sustentável, resiliente e alinhada aos objetivos globais de descarbonização.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186244" y="6272176"/>
            <a:ext cx="4100756" cy="336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916" spc="2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ONLINE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490232" y="8283851"/>
            <a:ext cx="4214340" cy="33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916" spc="2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INSCREVA-SE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446238" y="303324"/>
            <a:ext cx="7275881" cy="42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b="true" sz="2195" spc="263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IEEE PES BRAZIL SPOTLIGHT SERIES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5110" y="7879389"/>
            <a:ext cx="2004855" cy="34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b="true" sz="1795" spc="215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ORGANIZAÇÃO: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42742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0377" y="6073262"/>
            <a:ext cx="11490172" cy="4213738"/>
            <a:chOff x="0" y="0"/>
            <a:chExt cx="3026218" cy="11097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26218" cy="1109791"/>
            </a:xfrm>
            <a:custGeom>
              <a:avLst/>
              <a:gdLst/>
              <a:ahLst/>
              <a:cxnLst/>
              <a:rect r="r" b="b" t="t" l="l"/>
              <a:pathLst>
                <a:path h="1109791" w="3026218">
                  <a:moveTo>
                    <a:pt x="0" y="0"/>
                  </a:moveTo>
                  <a:lnTo>
                    <a:pt x="3026218" y="0"/>
                  </a:lnTo>
                  <a:lnTo>
                    <a:pt x="3026218" y="1109791"/>
                  </a:lnTo>
                  <a:lnTo>
                    <a:pt x="0" y="11097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3026218" cy="1195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0">
            <a:off x="-672644" y="6073262"/>
            <a:ext cx="5540574" cy="4513050"/>
          </a:xfrm>
          <a:custGeom>
            <a:avLst/>
            <a:gdLst/>
            <a:ahLst/>
            <a:cxnLst/>
            <a:rect r="r" b="b" t="t" l="l"/>
            <a:pathLst>
              <a:path h="4513050" w="5540574">
                <a:moveTo>
                  <a:pt x="0" y="4513049"/>
                </a:moveTo>
                <a:lnTo>
                  <a:pt x="5540574" y="4513049"/>
                </a:lnTo>
                <a:lnTo>
                  <a:pt x="5540574" y="0"/>
                </a:lnTo>
                <a:lnTo>
                  <a:pt x="0" y="0"/>
                </a:lnTo>
                <a:lnTo>
                  <a:pt x="0" y="45130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4626789" y="-379205"/>
            <a:ext cx="5900999" cy="4806632"/>
          </a:xfrm>
          <a:custGeom>
            <a:avLst/>
            <a:gdLst/>
            <a:ahLst/>
            <a:cxnLst/>
            <a:rect r="r" b="b" t="t" l="l"/>
            <a:pathLst>
              <a:path h="4806632" w="5900999">
                <a:moveTo>
                  <a:pt x="5900999" y="4806632"/>
                </a:moveTo>
                <a:lnTo>
                  <a:pt x="0" y="4806632"/>
                </a:lnTo>
                <a:lnTo>
                  <a:pt x="0" y="0"/>
                </a:lnTo>
                <a:lnTo>
                  <a:pt x="5900999" y="0"/>
                </a:lnTo>
                <a:lnTo>
                  <a:pt x="5900999" y="48066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595128" y="6174424"/>
            <a:ext cx="5314668" cy="579665"/>
            <a:chOff x="0" y="0"/>
            <a:chExt cx="1424305" cy="1553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24305" cy="155347"/>
            </a:xfrm>
            <a:custGeom>
              <a:avLst/>
              <a:gdLst/>
              <a:ahLst/>
              <a:cxnLst/>
              <a:rect r="r" b="b" t="t" l="l"/>
              <a:pathLst>
                <a:path h="155347" w="1424305">
                  <a:moveTo>
                    <a:pt x="74292" y="0"/>
                  </a:moveTo>
                  <a:lnTo>
                    <a:pt x="1350013" y="0"/>
                  </a:lnTo>
                  <a:cubicBezTo>
                    <a:pt x="1369716" y="0"/>
                    <a:pt x="1388613" y="7827"/>
                    <a:pt x="1402545" y="21760"/>
                  </a:cubicBezTo>
                  <a:cubicBezTo>
                    <a:pt x="1416477" y="35692"/>
                    <a:pt x="1424305" y="54589"/>
                    <a:pt x="1424305" y="74292"/>
                  </a:cubicBezTo>
                  <a:lnTo>
                    <a:pt x="1424305" y="81055"/>
                  </a:lnTo>
                  <a:cubicBezTo>
                    <a:pt x="1424305" y="122086"/>
                    <a:pt x="1391043" y="155347"/>
                    <a:pt x="1350013" y="155347"/>
                  </a:cubicBezTo>
                  <a:lnTo>
                    <a:pt x="74292" y="155347"/>
                  </a:lnTo>
                  <a:cubicBezTo>
                    <a:pt x="54589" y="155347"/>
                    <a:pt x="35692" y="147520"/>
                    <a:pt x="21760" y="133588"/>
                  </a:cubicBezTo>
                  <a:cubicBezTo>
                    <a:pt x="7827" y="119655"/>
                    <a:pt x="0" y="100759"/>
                    <a:pt x="0" y="81055"/>
                  </a:cubicBezTo>
                  <a:lnTo>
                    <a:pt x="0" y="74292"/>
                  </a:lnTo>
                  <a:cubicBezTo>
                    <a:pt x="0" y="54589"/>
                    <a:pt x="7827" y="35692"/>
                    <a:pt x="21760" y="21760"/>
                  </a:cubicBezTo>
                  <a:cubicBezTo>
                    <a:pt x="35692" y="7827"/>
                    <a:pt x="54589" y="0"/>
                    <a:pt x="7429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424305" cy="202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719066" y="8138474"/>
            <a:ext cx="4019498" cy="579665"/>
            <a:chOff x="0" y="0"/>
            <a:chExt cx="1077206" cy="1553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7206" cy="155347"/>
            </a:xfrm>
            <a:custGeom>
              <a:avLst/>
              <a:gdLst/>
              <a:ahLst/>
              <a:cxnLst/>
              <a:rect r="r" b="b" t="t" l="l"/>
              <a:pathLst>
                <a:path h="155347" w="1077206">
                  <a:moveTo>
                    <a:pt x="77674" y="0"/>
                  </a:moveTo>
                  <a:lnTo>
                    <a:pt x="999532" y="0"/>
                  </a:lnTo>
                  <a:cubicBezTo>
                    <a:pt x="1020132" y="0"/>
                    <a:pt x="1039889" y="8183"/>
                    <a:pt x="1054456" y="22750"/>
                  </a:cubicBezTo>
                  <a:cubicBezTo>
                    <a:pt x="1069022" y="37317"/>
                    <a:pt x="1077206" y="57073"/>
                    <a:pt x="1077206" y="77674"/>
                  </a:cubicBezTo>
                  <a:lnTo>
                    <a:pt x="1077206" y="77674"/>
                  </a:lnTo>
                  <a:cubicBezTo>
                    <a:pt x="1077206" y="120572"/>
                    <a:pt x="1042430" y="155347"/>
                    <a:pt x="999532" y="155347"/>
                  </a:cubicBezTo>
                  <a:lnTo>
                    <a:pt x="77674" y="155347"/>
                  </a:lnTo>
                  <a:cubicBezTo>
                    <a:pt x="34776" y="155347"/>
                    <a:pt x="0" y="120572"/>
                    <a:pt x="0" y="77674"/>
                  </a:cubicBezTo>
                  <a:lnTo>
                    <a:pt x="0" y="77674"/>
                  </a:lnTo>
                  <a:cubicBezTo>
                    <a:pt x="0" y="34776"/>
                    <a:pt x="34776" y="0"/>
                    <a:pt x="7767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77206" cy="202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580377" y="7799991"/>
            <a:ext cx="7070609" cy="2378638"/>
            <a:chOff x="0" y="0"/>
            <a:chExt cx="1894888" cy="6374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94888" cy="637463"/>
            </a:xfrm>
            <a:custGeom>
              <a:avLst/>
              <a:gdLst/>
              <a:ahLst/>
              <a:cxnLst/>
              <a:rect r="r" b="b" t="t" l="l"/>
              <a:pathLst>
                <a:path h="637463" w="1894888">
                  <a:moveTo>
                    <a:pt x="55842" y="0"/>
                  </a:moveTo>
                  <a:lnTo>
                    <a:pt x="1839046" y="0"/>
                  </a:lnTo>
                  <a:cubicBezTo>
                    <a:pt x="1853856" y="0"/>
                    <a:pt x="1868060" y="5883"/>
                    <a:pt x="1878532" y="16356"/>
                  </a:cubicBezTo>
                  <a:cubicBezTo>
                    <a:pt x="1889005" y="26828"/>
                    <a:pt x="1894888" y="41032"/>
                    <a:pt x="1894888" y="55842"/>
                  </a:cubicBezTo>
                  <a:lnTo>
                    <a:pt x="1894888" y="581621"/>
                  </a:lnTo>
                  <a:cubicBezTo>
                    <a:pt x="1894888" y="612462"/>
                    <a:pt x="1869887" y="637463"/>
                    <a:pt x="1839046" y="637463"/>
                  </a:cubicBezTo>
                  <a:lnTo>
                    <a:pt x="55842" y="637463"/>
                  </a:lnTo>
                  <a:cubicBezTo>
                    <a:pt x="41032" y="637463"/>
                    <a:pt x="26828" y="631580"/>
                    <a:pt x="16356" y="621107"/>
                  </a:cubicBezTo>
                  <a:cubicBezTo>
                    <a:pt x="5883" y="610635"/>
                    <a:pt x="0" y="596431"/>
                    <a:pt x="0" y="581621"/>
                  </a:cubicBezTo>
                  <a:lnTo>
                    <a:pt x="0" y="55842"/>
                  </a:lnTo>
                  <a:cubicBezTo>
                    <a:pt x="0" y="25001"/>
                    <a:pt x="25001" y="0"/>
                    <a:pt x="55842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894888" cy="685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5164709" y="9041904"/>
            <a:ext cx="1075275" cy="1075275"/>
          </a:xfrm>
          <a:custGeom>
            <a:avLst/>
            <a:gdLst/>
            <a:ahLst/>
            <a:cxnLst/>
            <a:rect r="r" b="b" t="t" l="l"/>
            <a:pathLst>
              <a:path h="1075275" w="1075275">
                <a:moveTo>
                  <a:pt x="0" y="0"/>
                </a:moveTo>
                <a:lnTo>
                  <a:pt x="1075275" y="0"/>
                </a:lnTo>
                <a:lnTo>
                  <a:pt x="1075275" y="1075275"/>
                </a:lnTo>
                <a:lnTo>
                  <a:pt x="0" y="10752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742165" y="8770533"/>
            <a:ext cx="1376980" cy="1052888"/>
          </a:xfrm>
          <a:custGeom>
            <a:avLst/>
            <a:gdLst/>
            <a:ahLst/>
            <a:cxnLst/>
            <a:rect r="r" b="b" t="t" l="l"/>
            <a:pathLst>
              <a:path h="1052888" w="1376980">
                <a:moveTo>
                  <a:pt x="0" y="0"/>
                </a:moveTo>
                <a:lnTo>
                  <a:pt x="1376980" y="0"/>
                </a:lnTo>
                <a:lnTo>
                  <a:pt x="1376980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46662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00652" y="8770533"/>
            <a:ext cx="1376980" cy="1052888"/>
          </a:xfrm>
          <a:custGeom>
            <a:avLst/>
            <a:gdLst/>
            <a:ahLst/>
            <a:cxnLst/>
            <a:rect r="r" b="b" t="t" l="l"/>
            <a:pathLst>
              <a:path h="1052888" w="1376980">
                <a:moveTo>
                  <a:pt x="0" y="0"/>
                </a:moveTo>
                <a:lnTo>
                  <a:pt x="1376980" y="0"/>
                </a:lnTo>
                <a:lnTo>
                  <a:pt x="1376980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46662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888216" y="7654953"/>
            <a:ext cx="1376980" cy="1052888"/>
          </a:xfrm>
          <a:custGeom>
            <a:avLst/>
            <a:gdLst/>
            <a:ahLst/>
            <a:cxnLst/>
            <a:rect r="r" b="b" t="t" l="l"/>
            <a:pathLst>
              <a:path h="1052888" w="1376980">
                <a:moveTo>
                  <a:pt x="0" y="0"/>
                </a:moveTo>
                <a:lnTo>
                  <a:pt x="1376980" y="0"/>
                </a:lnTo>
                <a:lnTo>
                  <a:pt x="1376980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46662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019932" y="7646307"/>
            <a:ext cx="1376980" cy="1052888"/>
          </a:xfrm>
          <a:custGeom>
            <a:avLst/>
            <a:gdLst/>
            <a:ahLst/>
            <a:cxnLst/>
            <a:rect r="r" b="b" t="t" l="l"/>
            <a:pathLst>
              <a:path h="1052888" w="1376980">
                <a:moveTo>
                  <a:pt x="0" y="0"/>
                </a:moveTo>
                <a:lnTo>
                  <a:pt x="1376980" y="0"/>
                </a:lnTo>
                <a:lnTo>
                  <a:pt x="1376980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46662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201681" y="8660242"/>
            <a:ext cx="1013483" cy="30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"/>
              </a:lnSpc>
            </a:pPr>
            <a:r>
              <a:rPr lang="en-US" sz="806">
                <a:solidFill>
                  <a:srgbClr val="343024"/>
                </a:solidFill>
                <a:latin typeface="Helvetica"/>
                <a:ea typeface="Helvetica"/>
                <a:cs typeface="Helvetica"/>
                <a:sym typeface="Helvetica"/>
              </a:rPr>
              <a:t>Centro-Norte Brasil Chapter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3904708" y="8770533"/>
            <a:ext cx="1376980" cy="1052888"/>
          </a:xfrm>
          <a:custGeom>
            <a:avLst/>
            <a:gdLst/>
            <a:ahLst/>
            <a:cxnLst/>
            <a:rect r="r" b="b" t="t" l="l"/>
            <a:pathLst>
              <a:path h="1052888" w="1376980">
                <a:moveTo>
                  <a:pt x="0" y="0"/>
                </a:moveTo>
                <a:lnTo>
                  <a:pt x="1376979" y="0"/>
                </a:lnTo>
                <a:lnTo>
                  <a:pt x="1376979" y="1052888"/>
                </a:lnTo>
                <a:lnTo>
                  <a:pt x="0" y="10528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46662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105506" y="7649459"/>
            <a:ext cx="1376980" cy="1052888"/>
          </a:xfrm>
          <a:custGeom>
            <a:avLst/>
            <a:gdLst/>
            <a:ahLst/>
            <a:cxnLst/>
            <a:rect r="r" b="b" t="t" l="l"/>
            <a:pathLst>
              <a:path h="1052888" w="1376980">
                <a:moveTo>
                  <a:pt x="0" y="0"/>
                </a:moveTo>
                <a:lnTo>
                  <a:pt x="1376980" y="0"/>
                </a:lnTo>
                <a:lnTo>
                  <a:pt x="1376980" y="1052887"/>
                </a:lnTo>
                <a:lnTo>
                  <a:pt x="0" y="10528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46662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4158856" y="206354"/>
            <a:ext cx="7563263" cy="672897"/>
            <a:chOff x="0" y="0"/>
            <a:chExt cx="2026917" cy="18033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26917" cy="180333"/>
            </a:xfrm>
            <a:custGeom>
              <a:avLst/>
              <a:gdLst/>
              <a:ahLst/>
              <a:cxnLst/>
              <a:rect r="r" b="b" t="t" l="l"/>
              <a:pathLst>
                <a:path h="180333" w="2026917">
                  <a:moveTo>
                    <a:pt x="52205" y="0"/>
                  </a:moveTo>
                  <a:lnTo>
                    <a:pt x="1974712" y="0"/>
                  </a:lnTo>
                  <a:cubicBezTo>
                    <a:pt x="2003544" y="0"/>
                    <a:pt x="2026917" y="23373"/>
                    <a:pt x="2026917" y="52205"/>
                  </a:cubicBezTo>
                  <a:lnTo>
                    <a:pt x="2026917" y="128128"/>
                  </a:lnTo>
                  <a:cubicBezTo>
                    <a:pt x="2026917" y="156960"/>
                    <a:pt x="2003544" y="180333"/>
                    <a:pt x="1974712" y="180333"/>
                  </a:cubicBezTo>
                  <a:lnTo>
                    <a:pt x="52205" y="180333"/>
                  </a:lnTo>
                  <a:cubicBezTo>
                    <a:pt x="38359" y="180333"/>
                    <a:pt x="25081" y="174833"/>
                    <a:pt x="15290" y="165043"/>
                  </a:cubicBezTo>
                  <a:cubicBezTo>
                    <a:pt x="5500" y="155252"/>
                    <a:pt x="0" y="141974"/>
                    <a:pt x="0" y="128128"/>
                  </a:cubicBezTo>
                  <a:lnTo>
                    <a:pt x="0" y="52205"/>
                  </a:lnTo>
                  <a:cubicBezTo>
                    <a:pt x="0" y="23373"/>
                    <a:pt x="23373" y="0"/>
                    <a:pt x="52205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026917" cy="227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0"/>
                </a:lnSpc>
              </a:pPr>
            </a:p>
          </p:txBody>
        </p:sp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945073" y="8635137"/>
            <a:ext cx="1702192" cy="1702192"/>
          </a:xfrm>
          <a:prstGeom prst="rect">
            <a:avLst/>
          </a:prstGeom>
        </p:spPr>
      </p:pic>
      <p:sp>
        <p:nvSpPr>
          <p:cNvPr name="Freeform 28" id="28"/>
          <p:cNvSpPr/>
          <p:nvPr/>
        </p:nvSpPr>
        <p:spPr>
          <a:xfrm flipH="false" flipV="false" rot="0">
            <a:off x="323362" y="8032131"/>
            <a:ext cx="1403939" cy="1405913"/>
          </a:xfrm>
          <a:custGeom>
            <a:avLst/>
            <a:gdLst/>
            <a:ahLst/>
            <a:cxnLst/>
            <a:rect r="r" b="b" t="t" l="l"/>
            <a:pathLst>
              <a:path h="1405913" w="1403939">
                <a:moveTo>
                  <a:pt x="0" y="0"/>
                </a:moveTo>
                <a:lnTo>
                  <a:pt x="1403938" y="0"/>
                </a:lnTo>
                <a:lnTo>
                  <a:pt x="1403938" y="1405914"/>
                </a:lnTo>
                <a:lnTo>
                  <a:pt x="0" y="14059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25927" y="9296977"/>
            <a:ext cx="950901" cy="709246"/>
          </a:xfrm>
          <a:custGeom>
            <a:avLst/>
            <a:gdLst/>
            <a:ahLst/>
            <a:cxnLst/>
            <a:rect r="r" b="b" t="t" l="l"/>
            <a:pathLst>
              <a:path h="709246" w="950901">
                <a:moveTo>
                  <a:pt x="0" y="0"/>
                </a:moveTo>
                <a:lnTo>
                  <a:pt x="950900" y="0"/>
                </a:lnTo>
                <a:lnTo>
                  <a:pt x="950900" y="709246"/>
                </a:lnTo>
                <a:lnTo>
                  <a:pt x="0" y="7092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516827" y="3774868"/>
            <a:ext cx="3880085" cy="3880085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8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46703" y="4004751"/>
            <a:ext cx="3420332" cy="3420318"/>
            <a:chOff x="0" y="0"/>
            <a:chExt cx="6350000" cy="63499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2069965" y="8697317"/>
            <a:ext cx="1013483" cy="30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"/>
              </a:lnSpc>
            </a:pPr>
            <a:r>
              <a:rPr lang="en-US" sz="806">
                <a:solidFill>
                  <a:srgbClr val="343024"/>
                </a:solidFill>
                <a:latin typeface="Helvetica"/>
                <a:ea typeface="Helvetica"/>
                <a:cs typeface="Helvetica"/>
                <a:sym typeface="Helvetica"/>
              </a:rPr>
              <a:t>Minas Gerais  Chapter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99406" y="1021559"/>
            <a:ext cx="7275881" cy="425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b="true" sz="2195" spc="263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WEBINAR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923914" y="9812897"/>
            <a:ext cx="1013483" cy="30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"/>
              </a:lnSpc>
            </a:pPr>
            <a:r>
              <a:rPr lang="en-US" sz="806">
                <a:solidFill>
                  <a:srgbClr val="343024"/>
                </a:solidFill>
                <a:latin typeface="Helvetica"/>
                <a:ea typeface="Helvetica"/>
                <a:cs typeface="Helvetica"/>
                <a:sym typeface="Helvetica"/>
              </a:rPr>
              <a:t>Northeast Brazil Chapter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82401" y="9812897"/>
            <a:ext cx="1013483" cy="30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"/>
              </a:lnSpc>
            </a:pPr>
            <a:r>
              <a:rPr lang="en-US" sz="806">
                <a:solidFill>
                  <a:srgbClr val="343024"/>
                </a:solidFill>
                <a:latin typeface="Helvetica"/>
                <a:ea typeface="Helvetica"/>
                <a:cs typeface="Helvetica"/>
                <a:sym typeface="Helvetica"/>
              </a:rPr>
              <a:t>Rio de Janeiro Chapter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086456" y="9812897"/>
            <a:ext cx="1013483" cy="30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"/>
              </a:lnSpc>
            </a:pPr>
            <a:r>
              <a:rPr lang="en-US" sz="806">
                <a:solidFill>
                  <a:srgbClr val="343024"/>
                </a:solidFill>
                <a:latin typeface="Helvetica"/>
                <a:ea typeface="Helvetica"/>
                <a:cs typeface="Helvetica"/>
                <a:sym typeface="Helvetica"/>
              </a:rPr>
              <a:t>South Brazil</a:t>
            </a:r>
          </a:p>
          <a:p>
            <a:pPr algn="ctr">
              <a:lnSpc>
                <a:spcPts val="1128"/>
              </a:lnSpc>
            </a:pPr>
            <a:r>
              <a:rPr lang="en-US" sz="806">
                <a:solidFill>
                  <a:srgbClr val="343024"/>
                </a:solidFill>
                <a:latin typeface="Helvetica"/>
                <a:ea typeface="Helvetica"/>
                <a:cs typeface="Helvetica"/>
                <a:sym typeface="Helvetica"/>
              </a:rPr>
              <a:t>  Chapter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287255" y="8663394"/>
            <a:ext cx="1013483" cy="304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"/>
              </a:lnSpc>
            </a:pPr>
            <a:r>
              <a:rPr lang="en-US" sz="806">
                <a:solidFill>
                  <a:srgbClr val="343024"/>
                </a:solidFill>
                <a:latin typeface="Helvetica"/>
                <a:ea typeface="Helvetica"/>
                <a:cs typeface="Helvetica"/>
                <a:sym typeface="Helvetica"/>
              </a:rPr>
              <a:t>Centro-Norte Brasil Joint Chapter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25927" y="1605371"/>
            <a:ext cx="9514584" cy="837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7"/>
              </a:lnSpc>
            </a:pPr>
            <a:r>
              <a:rPr lang="en-US" sz="289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TRANSIÇÃO ENERGÉTICA NO SETOR DE TRANSPORTES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396912" y="6849340"/>
            <a:ext cx="5663885" cy="125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3"/>
              </a:lnSpc>
            </a:pPr>
            <a:r>
              <a:rPr lang="en-US" sz="2373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 DE AGOSTO</a:t>
            </a:r>
            <a:r>
              <a:rPr lang="en-US" sz="2373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DE 2026</a:t>
            </a:r>
          </a:p>
          <a:p>
            <a:pPr algn="r">
              <a:lnSpc>
                <a:spcPts val="3323"/>
              </a:lnSpc>
            </a:pPr>
            <a:r>
              <a:rPr lang="en-US" sz="2373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HORÁRIO: 14 ÀS 17H  (GMT-3)</a:t>
            </a:r>
          </a:p>
          <a:p>
            <a:pPr algn="r">
              <a:lnSpc>
                <a:spcPts val="3323"/>
              </a:lnSpc>
            </a:pPr>
            <a:r>
              <a:rPr lang="en-US" sz="2373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GRATUITO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186244" y="6272176"/>
            <a:ext cx="4100756" cy="336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916" spc="2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ONLINE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490232" y="8283851"/>
            <a:ext cx="4214340" cy="33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1916" spc="2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INSCREVA-SE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446238" y="303324"/>
            <a:ext cx="7275881" cy="424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b="true" sz="2195" spc="263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IEEE PES BRAZIL SPOTLIGHT SERIES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5110" y="7879389"/>
            <a:ext cx="2004855" cy="34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b="true" sz="1795" spc="215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ORGANIZAÇÃO: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875317" y="4474470"/>
            <a:ext cx="5863247" cy="636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8"/>
              </a:lnSpc>
            </a:pPr>
            <a:r>
              <a:rPr lang="en-US" sz="426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Fabricio Campos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867930" y="3978339"/>
            <a:ext cx="5556549" cy="291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8"/>
              </a:lnSpc>
            </a:pPr>
            <a:r>
              <a:rPr lang="en-US" sz="1605" spc="1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PALESTRA DE ABERTURA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875317" y="5191183"/>
            <a:ext cx="5411683" cy="66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1840" spc="2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PRÓ-REITOR DE INOVAÇÃO E PROFESSOR DA UFJF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308192" y="3168413"/>
            <a:ext cx="7675565" cy="40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3"/>
              </a:lnSpc>
            </a:pPr>
            <a:r>
              <a:rPr lang="en-US" sz="237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 / AGO/ 2026   -   </a:t>
            </a:r>
            <a:r>
              <a:rPr lang="en-US" sz="237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14 ÀS 17H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DAHNZv64IvA</dc:identifier>
  <dcterms:modified xsi:type="dcterms:W3CDTF">2011-08-01T06:04:30Z</dcterms:modified>
  <cp:revision>1</cp:revision>
  <dc:title>Palestra CAMILA MACIEL 21 de julho</dc:title>
</cp:coreProperties>
</file>